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实战部署指南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017520"/>
            <a:ext cx="22860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Kubernetes 的企业级浏览器 IDE 部署与运维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2-Node K8s Cluster | 20 Pods | 2,000 并发用户 | 0% 服务失败率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14,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code-server？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实战部署指南 | K8s Cluster | June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in the browser — 开源、自托管、随处可用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474720" cy="2011680"/>
          </a:xfrm>
          <a:prstGeom prst="rect">
            <a:avLst>
              <a:gd name="adj" fmla="val 3636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浏览器 IDE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无需安装，打开浏览器即可编码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474720" cy="2011680"/>
          </a:xfrm>
          <a:prstGeom prst="rect">
            <a:avLst>
              <a:gd name="adj" fmla="val 3636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691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统一环境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1945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所有开发者使用相同配置，消除“我这里能跑”问题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474720" cy="2011680"/>
          </a:xfrm>
          <a:prstGeom prst="rect">
            <a:avLst>
              <a:gd name="adj" fmla="val 3636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691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远程开发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1040" y="21945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从任何设备访问强大的开发环境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3474720" cy="2011680"/>
          </a:xfrm>
          <a:prstGeom prst="rect">
            <a:avLst>
              <a:gd name="adj" fmla="val 3636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69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弹性伸缩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自动缩容，支持数千并发用户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3931920"/>
            <a:ext cx="3474720" cy="2011680"/>
          </a:xfrm>
          <a:prstGeom prst="rect">
            <a:avLst>
              <a:gd name="adj" fmla="val 3636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4069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安全可控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80560" y="4572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密码认证 + TLS + 非 root 用户 + 安全上下文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3931920"/>
            <a:ext cx="3474720" cy="2011680"/>
          </a:xfrm>
          <a:prstGeom prst="rect">
            <a:avLst>
              <a:gd name="adj" fmla="val 3636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4069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可观测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21040" y="4572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监控 + Grafana 大盘 + 告警规则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为什么选择 Kubernetes？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实战部署指南 | K8s Cluster | June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部署方式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11247120" cy="502920"/>
          </a:xfrm>
          <a:prstGeom prst="rect">
            <a:avLst>
              <a:gd name="adj" fmla="val 14545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105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裸金属 / VM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8105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简单直接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18105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无扩展性，资源浪费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0" y="18105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个人开发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11247120" cy="502920"/>
          </a:xfrm>
          <a:prstGeom prst="rect">
            <a:avLst>
              <a:gd name="adj" fmla="val 14545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450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450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快速启动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2450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单机限制，无高可用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0" y="2450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小团队测试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11247120" cy="502920"/>
          </a:xfrm>
          <a:prstGeom prst="rect">
            <a:avLst>
              <a:gd name="adj" fmla="val 14545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090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3090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自动缩容、HA、滚动更新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3090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复杂度高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0" y="3090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企业生产环境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11247120" cy="2286000"/>
          </a:xfrm>
          <a:prstGeom prst="rect">
            <a:avLst>
              <a:gd name="adj" fmla="val 3200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我们的生产规模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443484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 个 Pod 实例，分布在工作节点上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支持 2,000 名并发用户，0% 服务失败率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每个 Pod: 500m CPU / 4Gi 内存（从 2 CPU 优化而来）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节点反亲和性确保均匀分布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滚动更新策略，零宕机更新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实战部署指南 | K8s Cluster | June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0" y="1097280"/>
            <a:ext cx="3931920" cy="640080"/>
          </a:xfrm>
          <a:prstGeom prst="rect">
            <a:avLst>
              <a:gd name="adj" fmla="val 11429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用户浏览器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0" y="1737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2103120"/>
            <a:ext cx="5760720" cy="914400"/>
          </a:xfrm>
          <a:prstGeom prst="rect">
            <a:avLst>
              <a:gd name="adj" fmla="val 8000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1945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(nginx NodePort :32231)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2560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终止 | Sticky Session | WebSocket 支持 | 负载均衡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0" y="3383280"/>
            <a:ext cx="3931920" cy="548640"/>
          </a:xfrm>
          <a:prstGeom prst="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3474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(ClusterIP :8080)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     ▼       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71600" y="4297680"/>
            <a:ext cx="3200400" cy="109728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4389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7091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:8080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/home/coder (PVC)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/etc/code-server (ConfigMap)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Password (Secret)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12080" y="4297680"/>
            <a:ext cx="3200400" cy="109728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4389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47091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:8080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/home/coder (PVC)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/etc/code-server (ConfigMap)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Password (Secret)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52560" y="4297680"/>
            <a:ext cx="3200400" cy="109728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4389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35440" y="47091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:8080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/home/coder (PVC)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/etc/code-server (ConfigMap)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Password (Secret)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0" y="5577840"/>
            <a:ext cx="9418320" cy="548640"/>
          </a:xfrm>
          <a:prstGeom prst="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1554480" y="566928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PVC: code-server-data → /home/coder (持久化存储)  |  ConfigMap: code-server-config → entrypoint.sh  |  Secret: code-server-secrets → password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部署配置详解 (1/2)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实战部署指南 | K8s Cluster | June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486400" cy="5303520"/>
          </a:xfrm>
          <a:prstGeom prst="rect">
            <a:avLst>
              <a:gd name="adj" fmla="val 1379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52120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code-server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ai-platform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app.kubernetes.io/name: code-server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20          # 从 5 扩容到 20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strategy: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rollingUpdate:      # 滚动更新，零宕机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maxSurge: 25%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maxUnavailable: 1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code-server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image: codercom/code-server:latest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ports: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containerPort: 8080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name: http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resources: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requests: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cpu: 500m       # 从 2 CPU 优化到 500m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memory: 4Gi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limits: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cpu: 4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memory: 8Gi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5486400" cy="5303520"/>
          </a:xfrm>
          <a:prstGeom prst="rect">
            <a:avLst>
              <a:gd name="adj" fmla="val 137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097280"/>
            <a:ext cx="52120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securityContext: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runAsUser: 1000        # 非 root 用户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runAsGroup: 1000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runAsNonRoot: true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allowPrivilegeEscalation: false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capabilities: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drop: ["ALL"]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seccompProfile: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type: RuntimeDefault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livenessProbe:           # 健康检查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httpGet: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path: /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port: http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initialDelaySeconds: 30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periodSeconds: 30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readinessProbe: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httpGet: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path: /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port: http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initialDelaySeconds: 15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periodSeconds: 10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startupProbe:            # 启动探针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httpGet: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path: /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port: http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initialDelaySeconds: 10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periodSeconds: 5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failureThreshold: 30   # 最多等待 150s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存储与配置管理 (2/2)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实战部署指南 | K8s Cluster | June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PVC: code-server-data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/home/coder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用户工作区持久化，Pod 重启不丢失数据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124712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ConfigMap: code-server-config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/etc/code-server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entrypoint.sh 启动脚本，可定制环境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1124712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Secret: code-server-secrets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/etc/code-server-secrets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密码存储，不明文写入 YAML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1124712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emptyDir (Memory)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512Mi 内存磁盘，临时文件高速读写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303520"/>
            <a:ext cx="1124712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394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emptyDir (Memory)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5394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/run/user/1000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64Mi 内存磁盘，进程运行文件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配置详解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实战部署指南 | K8s Cluster | June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858000" cy="5303520"/>
          </a:xfrm>
          <a:prstGeom prst="rect">
            <a:avLst>
              <a:gd name="adj" fmla="val 1379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65836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networking.k8s.io/v1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Ingress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code-server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annotations: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WebSocket 支持——code-server 核心依赖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nginx.ingress.kubernetes.io/proxy-read-timeout: "3600"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nginx.ingress.kubernetes.io/proxy-send-timeout: "3600"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nginx.ingress.kubernetes.io/websocket-services: code-server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Sticky Session——保证同一用户到同一 Pod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nginx.ingress.kubernetes.io/affinity: cookie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nginx.ingress.kubernetes.io/session-cookie-name: CODESERVER_STICKY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nginx.ingress.kubernetes.io/session-cookie-max-age: "10800"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其他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nginx.ingress.kubernetes.io/proxy-body-size: 50m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nginx.ingress.kubernetes.io/proxy-buffering: "off"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ingressClassName: nginx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tls: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hosts: [code-server.ai-platform.local]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secretName: code-server-tls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rules: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host: code-server.ai-platform.local  # 带 Host 头规则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path: /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pathType: Prefix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backend: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service: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name: code-server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port: { number: 8080 }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http:                                # ★ Catch-All 规则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paths:                             #   解决 404 问题的关键!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path: /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pathType: Prefix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backend: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service: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name: code-server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port: { number: 8080 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589520" y="1005840"/>
            <a:ext cx="4297680" cy="5303520"/>
          </a:xfrm>
          <a:prstGeom prst="rect">
            <a:avLst>
              <a:gd name="adj" fmla="val 1702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关键注解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0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1920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通讯依赖 WebSocket，必须配置超长超时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Session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28346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用户会话绑定到同一 Pod，避免状态丢失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3474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3749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加密传输，保护密码和代码安全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389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Catch-All Rule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4663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Host 头的请求也能路由，解决 404 问题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5303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proxy-buffering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5577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关闭缓冲以支持实时交互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故障排查 #1：404 谜题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实战部署指南 | K8s Cluster | June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303520" cy="2286000"/>
          </a:xfrm>
          <a:prstGeom prst="rect">
            <a:avLst>
              <a:gd name="adj" fmla="val 3200"/>
            </a:avLst>
          </a:prstGeom>
          <a:solidFill>
            <a:srgbClr val="2D1B1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问题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通过 IP 直接访问 code-server 返回 404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curl http://10.167.2.175:32231 → 404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但通过域名访问正常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负载测试中 88.6% 请求失败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005840"/>
            <a:ext cx="5303520" cy="2286000"/>
          </a:xfrm>
          <a:prstGeom prst="rect">
            <a:avLst>
              <a:gd name="adj" fmla="val 3200"/>
            </a:avLst>
          </a:prstGeom>
          <a:solidFill>
            <a:srgbClr val="1B2D1B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解决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15544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Ingress 只匹配带 Host 头的请求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添加第二条无 Host 的规则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所有请求均被路由→ 0% 失败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负载测试通过，145 RPS 稳定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11247120" cy="2560320"/>
          </a:xfrm>
          <a:prstGeom prst="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根因分析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规则依赖 Host 头匹配。当请求不带 Host 头（如 curl 直接访问 IP）时，Ingress 无法匹配任何规则，返回 404。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解决方案：添加一条不带 host 字段的额外规则作为默认后端。这样无论请求是否带 Host 头，都能正确路由到 code-server。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教训：始终为 NodePort 服务添加默认后端规则，或确保所有客户端都带正确的 Host 头。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故障排查 #2：速率限制陷阱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实战部署指南 | K8s Cluster | June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303520" cy="2286000"/>
          </a:xfrm>
          <a:prstGeom prst="rect">
            <a:avLst>
              <a:gd name="adj" fmla="val 3200"/>
            </a:avLst>
          </a:prstGeom>
          <a:solidFill>
            <a:srgbClr val="2D1B1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问题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负载测试显示 88.6% 失败率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并发超过 30 RPS 时全部拒绝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原因：limit-rps=30 注解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限制了所有请求，不是单 IP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005840"/>
            <a:ext cx="5303520" cy="2286000"/>
          </a:xfrm>
          <a:prstGeom prst="rect">
            <a:avLst>
              <a:gd name="adj" fmla="val 3200"/>
            </a:avLst>
          </a:prstGeom>
          <a:solidFill>
            <a:srgbClr val="1B2D1B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解决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15544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移除 limit-rps 注解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保留 limit-burst=50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保留 limit-connections=20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失败率从 88.6% → 0%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2560320" cy="1371600"/>
          </a:xfrm>
          <a:prstGeom prst="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576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88.6%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修复前失败率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3931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931920" y="3566160"/>
            <a:ext cx="2560320" cy="1371600"/>
          </a:xfrm>
          <a:prstGeom prst="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36576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931920" y="4297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修复后失败率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0" y="3566160"/>
            <a:ext cx="2560320" cy="1371600"/>
          </a:xfrm>
          <a:prstGeom prst="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36576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RPS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858000" y="4297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限制前峰值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0" y="3931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10332720" y="3566160"/>
            <a:ext cx="1371600" cy="1371600"/>
          </a:xfrm>
          <a:prstGeom prst="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10332720" y="3657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10332720" y="4297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修复后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212080"/>
            <a:ext cx="1124712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教训：nginx ingress 的 limit-rps 是全局限制，不是每 IP 限制。生产环境应使用更精细的限流策略（如 limit-req-zone-per-ip），或在应用层实现限流。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扩容策略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实战部署指南 | K8s Cluster | June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优化后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11247120" cy="502920"/>
          </a:xfrm>
          <a:prstGeom prst="rect">
            <a:avLst>
              <a:gd name="adj" fmla="val 14545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19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数量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719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719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0" y="1719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4x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11247120" cy="502920"/>
          </a:xfrm>
          <a:prstGeom prst="rect">
            <a:avLst>
              <a:gd name="adj" fmla="val 14545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359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Request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2359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CPU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359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0" y="2359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75%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11247120" cy="502920"/>
          </a:xfrm>
          <a:prstGeom prst="rect">
            <a:avLst>
              <a:gd name="adj" fmla="val 14545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9992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 Pod数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29992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(受限于 CPU)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9992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0" y="29992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4x+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11247120" cy="502920"/>
          </a:xfrm>
          <a:prstGeom prst="rect">
            <a:avLst>
              <a:gd name="adj" fmla="val 14545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639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并发用户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3639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3639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0" y="3639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4x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11247120" cy="502920"/>
          </a:xfrm>
          <a:prstGeom prst="rect">
            <a:avLst>
              <a:gd name="adj" fmla="val 14545"/>
            </a:avLst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2793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失败率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0" y="42793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88.6%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42793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0" y="42793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100%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846320"/>
            <a:ext cx="11247120" cy="502920"/>
          </a:xfrm>
          <a:prstGeom prst="rect">
            <a:avLst>
              <a:gd name="adj" fmla="val 14545"/>
            </a:avLst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919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峰值 RPS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0" y="4919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0" y="4919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0" y="4919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4.8x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5577840"/>
            <a:ext cx="11247120" cy="640080"/>
          </a:xfrm>
          <a:prstGeom prst="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关键策略：降低 CPU Request 从 2 → 500m，释放节点资源，使同等硬件可运行 4 倍 Pod。配合 Pod 反亲和性均匀分布。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负载测试结果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实战部署指南 | K8s Cluster | June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通过 — 2,000 并发用户，0% 服务失败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560320" cy="1280160"/>
          </a:xfrm>
          <a:prstGeom prst="rect">
            <a:avLst>
              <a:gd name="adj" fmla="val 5714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19,595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总请求数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1280160"/>
          </a:xfrm>
          <a:prstGeom prst="rect">
            <a:avLst>
              <a:gd name="adj" fmla="val 5714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6459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91840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服务失败率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560320" cy="1280160"/>
          </a:xfrm>
          <a:prstGeom prst="rect">
            <a:avLst>
              <a:gd name="adj" fmla="val 5714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6459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145.7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126480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峰值 RPS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0" y="1554480"/>
            <a:ext cx="2560320" cy="1280160"/>
          </a:xfrm>
          <a:prstGeom prst="rect">
            <a:avLst>
              <a:gd name="adj" fmla="val 5714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16459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961120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实例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11247120" cy="3017520"/>
          </a:xfrm>
          <a:prstGeom prst="rect">
            <a:avLst>
              <a:gd name="adj" fmla="val 2424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接口性能详情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平均响应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/healthz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4,551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22C55E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/login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22C55E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" y="5029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/login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0" y="5029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43600" y="5029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72400" y="5029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058400" y="5029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0" y="5029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22C55E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1520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 (workspace)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57600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5,556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943600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772400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058400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0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F59E0B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31520" y="5943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注：工作区加载 56s 是正常的（静态资源下载），建议使用 CDN 加速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安全最佳实践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实战部署指南 | K8s Cluster | June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777240"/>
          </a:xfrm>
          <a:prstGeom prst="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密码认证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1097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Secret 存储密码，不明文写入 YAML。通过环境变量 PASSWORD 注入。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1247120" cy="777240"/>
          </a:xfrm>
          <a:prstGeom prst="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TLS 加密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层 TLS 终止，保护传输数据。使用 cert-manager 自动签发证书。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1247120" cy="777240"/>
          </a:xfrm>
          <a:prstGeom prst="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非 Root 用户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926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runAsUser: 1000, runAsNonRoot: true。即使容器被攻破，攻击者也无 root 权限。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11247120" cy="777240"/>
          </a:xfrm>
          <a:prstGeom prst="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安全上下文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3840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allowPrivilegeEscalation: false, drop ALL capabilities, seccomp: RuntimeDefault。最小化攻击面。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11247120" cy="777240"/>
          </a:xfrm>
          <a:prstGeom prst="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镜像更新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4754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imagePullPolicy: Always，确保使用最新镜像。定期更新修复安全漏洞。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577840"/>
            <a:ext cx="11247120" cy="777240"/>
          </a:xfrm>
          <a:prstGeom prst="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669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🛜️ 网络策略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0" y="5669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建议配置 NetworkPolicy，限制 Pod 间通信，只允许必要的流量。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监控与可观测性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实战部署指南 | K8s Cluster | June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303520" cy="2560320"/>
          </a:xfrm>
          <a:prstGeom prst="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监控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ServiceMonitor 自动发现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/metrics 端点每 30s 采集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关键指标：Pod 数、CPU、内存、RPS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告警规则：副本数 &lt; 3 触发 warning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005840"/>
            <a:ext cx="5303520" cy="2560320"/>
          </a:xfrm>
          <a:prstGeom prst="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大盘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0" y="15544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实时 Pod 健康状态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请求速率与错误率趋势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资源使用率热力图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访问：http://10.167.2.175:30082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11247120" cy="2286000"/>
          </a:xfrm>
          <a:prstGeom prst="rect">
            <a:avLst>
              <a:gd name="adj" fmla="val 3200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告警规则示例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389120"/>
            <a:ext cx="5029200" cy="1645920"/>
          </a:xfrm>
          <a:prstGeom prst="rect">
            <a:avLst>
              <a:gd name="adj" fmla="val 4444"/>
            </a:avLst>
          </a:prstGeom>
          <a:solidFill>
            <a:srgbClr val="0D111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805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alert: CodeServerReplicasLow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expr: kube_deployment_status_replicas_ready{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namespace="ai-platform",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deployment="code-server"} &lt; 3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for: 5m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severity: warning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annotations: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summary: "code-server 副本数低于最小值"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"当前仅 {{ $value }} 个就绪副本"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0" y="43891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其他建议告警：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错误率 &gt; 5% 触发 critical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 响应时间 &gt; 2s 触发 warning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Pod 重启率过高触发 warning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PVC 使用率 &gt; 80% 触发 warning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生产部署检查清单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实战部署指南 | K8s Cluster | June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438912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资源限制与请求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0515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CPU: 500m req / 4 limit, Memory: 4Gi req / 8Gi limit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11247120" cy="438912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81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健康检查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15819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startupProbe + livenessProbe + readinessProbe 全部配置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66544"/>
            <a:ext cx="11247120" cy="438912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122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高可用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211226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反亲和性 + 多副本 + 滚动更新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11247120" cy="438912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426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持久化存储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64261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保护用户数据，Pod 重启不丢失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27248"/>
            <a:ext cx="11247120" cy="438912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729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TLS 加密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317296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层 TLS 终止，保护传输安全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11247120" cy="438912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Sticky Session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3703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绑定，保证 WebSocket 连接稳定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87952"/>
            <a:ext cx="11247120" cy="438912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33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监控告警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42336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Grafana + 自定义告警规则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718304"/>
            <a:ext cx="11247120" cy="438912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7640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非 Root 用户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476402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UID 1000 + SecurityContext 硬化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248656"/>
            <a:ext cx="11247120" cy="438912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2943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CDN 加速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31920" y="529437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静态资源加载较慢（56s），建议使用 CDN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779008"/>
            <a:ext cx="11247120" cy="438912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58247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HPA 自动缩容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931920" y="582472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建议配置 HPA 根据 CPU/内存自动调整副本数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总结与资源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实战部署指南 | K8s Cluster | June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303520" cy="2286000"/>
          </a:xfrm>
          <a:prstGeom prst="rect">
            <a:avLst>
              <a:gd name="adj" fmla="val 32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核心要点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code-server = VS Code 在浏览器中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K8s 提供弹性伸缩与高可用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合理的资源配置是关键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Ingress 配置直接影响可用性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安全与监控不可或缺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005840"/>
            <a:ext cx="5303520" cy="2286000"/>
          </a:xfrm>
          <a:prstGeom prst="rect">
            <a:avLst>
              <a:gd name="adj" fmla="val 3200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学习资源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15544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github.com/coder/code-server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coder.com/docs/code-server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kubernetes.io/docs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本集群 Grafana：:30082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本集群 Rancher：:443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11247120" cy="2560320"/>
          </a:xfrm>
          <a:prstGeom prst="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部署回顾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我们的成果：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 个节点 K8s 集群，无 GPU，全部 CPU 运行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 个 code-server Pod，支持 2,000 并发用户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0% 服务失败率，145 RPS 峰值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解决了 2 个关键故障：404 谜题 + 速率限制陷阱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完整的监控告警体系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企业级安全配置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2026-06-14T05:39:33Z</dcterms:created>
  <dcterms:modified xsi:type="dcterms:W3CDTF">2026-06-14T05:39:33Z</dcterms:modified>
</cp:coreProperties>
</file>