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Deployment &amp; Load Test Report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2-Node Kubernetes Cluster | Dify + code-server + litellm + Ollama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47472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 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Web + Worker + Plugin Daemon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47472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 VS Code 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pods, 2000 concurrent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188720"/>
            <a:ext cx="347472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proxy 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pods, 13 Ollama models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47472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Open-WebUI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interface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litellm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47472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480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runtime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+ Worker, CPU-only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749040"/>
            <a:ext cx="3474720" cy="2194560"/>
          </a:xfrm>
          <a:prstGeom prst="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4480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ServiceMonitors, 38+ Rules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846320"/>
          </a:xfrm>
          <a:prstGeom prst="rect">
            <a:avLst>
              <a:gd name="adj" fmla="val 188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2-Node Kubernetes Cluster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502920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k8s-master (16 CPU / 64 GB)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ollama-master (15 CPU)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plane components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ingress-nginx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Rancher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02920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k8s-worker1 (32 CPU / 128 GB)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ollama-worker (13 models)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code-server (20 pods)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litellm (11 pods)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Dify (API/Web/Worker)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PostgreSQL, Redis, Weaviate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069848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(nginx NodePort)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:32231  |  litellm :30083  |  Dify Web :30080  |  Open-WebUI :30084  |  Grafana :30082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 available — all LLM inference runs on CPU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Identified &amp; Resolved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73152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404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only routed requests with Host header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catch-all ingress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FIXED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1247120" cy="73152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lost / incorrect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to Rancher@2026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FIXED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1247120" cy="73152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Models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referenced non-existent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with all 13 actual ollama models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2971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FIXED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1247120" cy="73152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Rate Limit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limit-rps=30 capped all traffic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rate limits → 88.6%→0% failures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FIXED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11247120" cy="73152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09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Scheduling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requests too high for scaling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requests (2→500m, 1→200m)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FIXED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532120"/>
            <a:ext cx="11247120" cy="731520"/>
          </a:xfrm>
          <a:prstGeom prst="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577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5577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LLM inference on CPU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5577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as critical gap for enterprise scale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0" y="5577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NEEDS GPU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Load Test — 2,000 Users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service failures — all errors are incorrect test paths (404)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19,595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Requests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Failures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145.7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96112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Deployed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1247120" cy="2377440"/>
          </a:xfrm>
          <a:prstGeom prst="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Performance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/healthz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4,551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/login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/login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532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(workspace)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5532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5,556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5532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0" y="5532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0" y="5532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Services Load Test — 5,000 Users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— CPU Bottleneck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62.6% failure rate — chat/embeddings fail completely on CPU-only inference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81,429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Requests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371.4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1031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96112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Deployed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1247120" cy="2377440"/>
          </a:xfrm>
          <a:prstGeom prst="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Performance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/health/readiness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29,758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/v1/models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22,317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/v1/chat (7b)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14,784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37.9s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/v1/chat (14b)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5394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7,353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5394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5394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75.5s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0" y="5394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5760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/v1/embeddings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5760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Rate Limiting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limit-rps=30 capped code-server to 30 req/s. Removed → 0% failures.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LLM Inference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GPU. Chat takes 30-120s on CPU. 5000 concurrent impossible.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4712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 CPU Saturation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ollama-master uses 15/16 cores. Reduced pod CPU requests.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1124712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Resource Requests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2 CPU/pod prevented scaling. Reduced to 500m → 20 pods.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9144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86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Asset Paths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ISSUE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used wrong paths. 404 errors are test artifacts, not service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Actions Taken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247120" cy="594360"/>
          </a:xfrm>
          <a:prstGeom prst="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20 pods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CPU → 500m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users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1247120" cy="594360"/>
          </a:xfrm>
          <a:prstGeom prst="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11 pods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CPU → 200m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users attempted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1247120" cy="594360"/>
          </a:xfrm>
          <a:prstGeom prst="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5 pods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11247120" cy="594360"/>
          </a:xfrm>
          <a:prstGeom prst="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dify-web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5 pods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stability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11247120" cy="594360"/>
          </a:xfrm>
          <a:prstGeom prst="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dify-worker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5 pods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tasks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11247120" cy="594360"/>
          </a:xfrm>
          <a:prstGeom prst="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removed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30→unlimited RPS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bottleneck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GPU Infrastructure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1704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A100 or 4x A10 GPUs for LLM inference — single most impactful improvement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 ollama-master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control plane to dedicated worker to free master CPU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HPA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4871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HorizontalPodAutoscaler with working metrics for auto-scaling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45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1455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Rate Limiting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1455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Per-user/IP rate limits instead of global caps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03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8039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Worker Node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8039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node for load distribution and scaling headroom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622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4462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for Static Assets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4622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 code-server JS/CSS to CDN for faster loads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47488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20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Response Cache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5120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 for frequent LLM completions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705856"/>
            <a:ext cx="1124712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7790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5779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Multi-Region Deployment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57790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distribution for DR and latency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Code-server handles 2000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critical bugs fixed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20+ services deployed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monitoring stack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Ingress bottleneck resolved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issues identified &amp; fixed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53035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737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LLM services need GPU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Master node CPU saturated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auto-scaling (HPA broken)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Static asset paths incorrect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CDN for static content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2471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Procure GPU hardware (2x A100 80GB minimum)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third worker node for load distribution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Configure HPA with proper metrics for all services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per-user rate limiting strategy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Set up CDN for code-server static assets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Move ollama-master off control plane node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Schedule follow-up load test with GPU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Enterprise Report |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Failures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Users Tested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118872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96112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Failure Rate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Pods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971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Pods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971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Models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61120" y="2834640"/>
            <a:ext cx="256032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2971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96112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 Available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1124712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Resources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Master: 16 CPU / 64 GB (96% CPU used)    |    Worker: 32 CPU / 128 GB (1% CPU, 43% mem)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Rancher: https://10.167.2.175  (admin / Rancher@2026)    |    Grafana: http://10.167.2.175:30082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2026-06-14T03:11:46Z</dcterms:created>
  <dcterms:modified xsi:type="dcterms:W3CDTF">2026-06-14T03:11:46Z</dcterms:modified>
</cp:coreProperties>
</file>