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notesMasterIdLst>
    <p:notesMasterId r:id="rId10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notesMaster" Target="notesMasters/notesMaster1.xml"/><Relationship Id="rId103" Type="http://schemas.openxmlformats.org/officeDocument/2006/relationships/presProps" Target="presProps.xml"/><Relationship Id="rId104" Type="http://schemas.openxmlformats.org/officeDocument/2006/relationships/viewProps" Target="viewProps.xml"/><Relationship Id="rId105" Type="http://schemas.openxmlformats.org/officeDocument/2006/relationships/theme" Target="theme/theme1.xml"/><Relationship Id="rId10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全功能学习指南 - 第二部分：插件生态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Plugins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3291840"/>
            <a:ext cx="22860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Full-Feature Teaching Guide | June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1/100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第8章：插件基础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第9章：必备插件 Top 20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第10章：语言专用插件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第11章：主题与 UI 插件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第12章：生产力插件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2/100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第8章：插件基础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Full-Feature Teaching Guide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3/100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 什么是 VS Code 插件？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8.1 什么是 VS Code 插件？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4/100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 插件市场 (Marketplace) 使用指南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8.2 插件市场 (Marketplace) 使用指南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5/100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 插件安装/卸载/禁用/更新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8.3 插件安装/卸载/禁用/更新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6/100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 插件推荐清单 (Extension Recommendations)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8.4 插件推荐清单 (Extension Recommendations)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7/100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 插件管理 CLI：--install-extension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8.5 插件管理 CLI：--install-extension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8/100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 离线安装插件 (.vsix)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8.6 离线安装插件 (.vsix)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9/100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 插件版本管理与固定版本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8.7 插件版本管理与固定版本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10/100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 插件集 (Extension Packs) 一键安装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8.8 插件集 (Extension Packs) 一键安装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11/100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 插件权限与安全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8.9 插件权限与安全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12/100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第9章：必备插件 Top 20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Full-Feature Teaching Guide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13/100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 Prettier - 代码格式化神器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9.1 Prettier - 代码格式化神器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14/100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 ESLint - JavaScript/TypeScript 检查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9.2 ESLint - JavaScript/TypeScript 检查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15/100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 GitLens - Git 超级增强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9.3 GitLens - Git 超级增强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16/100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 GitHub Copilot - AI 代码补全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9.4 GitHub Copilot - AI 代码补全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17/100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 Codeium - 免费 AI 代码补全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9.5 Codeium - 免费 AI 代码补全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18/100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 Tabnine - AI 代码预测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9.6 Tabnine - AI 代码预测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19/100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 Auto Rename Tag - HTML/XML 标签自动重命名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9.7 Auto Rename Tag - HTML/XML 标签自动重命名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20/100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 Bracket Pair Colorizer - 括号配对着色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9.8 Bracket Pair Colorizer - 括号配对着色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21/100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9.9 indent-rainbow - 缩进彩虹标记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9.9 indent-rainbow - 缩进彩虹标记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22/100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9.10 Path Intellisense - 路径自动补全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9.10 Path Intellisense - 路径自动补全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23/100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9.11 Live Server - 实时预览服务器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9.11 Live Server - 实时预览服务器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24/100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9.12 REST Client - API 调试利器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9.12 REST Client - API 调试利器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25/100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9.13 Thunder Client - 轻量级 API 测试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9.13 Thunder Client - 轻量级 API 测试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26/100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9.14 Docker - 容器管理集成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9.14 Docker - 容器管理集成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27/100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9.15 Kubernetes - K8s 管理插件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9.15 Kubernetes - K8s 管理插件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28/100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9.16 Remote - SSH/Containers/WSL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9.16 Remote - SSH/Containers/WSL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29/100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9.17 Markdown All in One - Markdown 增强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9.17 Markdown All in One - Markdown 增强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30/100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9.18 YAML - YAML 语法支持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9.18 YAML - YAML 语法支持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31/100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9.19 DotENV - .env 文件语法高亮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9.19 DotENV - .env 文件语法高亮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32/100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9.20 Project Manager - 项目快速切换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9.20 Project Manager - 项目快速切换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33/100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第10章：语言专用插件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Full-Feature Teaching Guide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34/100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 Python 插件生态概览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10.1 Python 插件生态概览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35/100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 Python (Microsoft) - 语言服务/调试/测试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10.2 Python (Microsoft) - 语言服务/调试/测试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36/100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 Pylance - 快速类型检查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10.3 Pylance - 快速类型检查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37/100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 Python Docstring Generator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10.4 Python Docstring Generator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38/100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 Python Test Explorer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10.5 Python Test Explorer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39/100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 Jupyter - 交互式 Python 编程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10.6 Jupyter - 交互式 Python 编程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40/100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 JavaScript/TypeScript 插件生态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10.7 JavaScript/TypeScript 插件生态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41/100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 ESLint + Prettier 配合使用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10.8 ESLint + Prettier 配合使用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42/100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 JavaScript (ES6) Code Snippets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10.9 JavaScript (ES6) Code Snippets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43/100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10.10 npm Intellisense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10.10 npm Intellisense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44/100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10.11 Import Cost - 导入包大小显示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10.11 Import Cost - 导入包大小显示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45/100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10.12 Console Ninja - 控制台输出增强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10.12 Console Ninja - 控制台输出增强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46/100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10.13 Go 插件生态概览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10.13 Go 插件生态概览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47/100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10.14 Go (golang.go) - 语言服务/调试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10.14 Go (golang.go) - 语言服务/调试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48/100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10.15 Go Test Explorer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10.15 Go Test Explorer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49/100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10.16 Go Doc - 文档查看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10.16 Go Doc - 文档查看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50/100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10.17 Rust 插件生态概览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10.17 Rust 插件生态概览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51/100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10.18 rust-analyzer - Rust 语言服务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10.18 rust-analyzer - Rust 语言服务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52/100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10.19 CodeLLDB - Rust 调试器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10.19 CodeLLDB - Rust 调试器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53/100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10.20 Even Better TOML - Cargo.toml 支持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10.20 Even Better TOML - Cargo.toml 支持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54/100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10.21 Java 插件生态概览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10.21 Java 插件生态概览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55/100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10.22 Extension Pack for Java - 全套工具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10.22 Extension Pack for Java - 全套工具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56/100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10.23 Spring Boot Extension Pack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10.23 Spring Boot Extension Pack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57/100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10.24 Gradle for Java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10.24 Gradle for Java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58/100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10.25 Maven for Java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10.25 Maven for Java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59/100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10.26 C/C++ 插件生态概览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10.26 C/C++ 插件生态概览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60/100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10.27 C/C++ (Microsoft) - IntelliSense/调试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10.27 C/C++ (Microsoft) - IntelliSense/调试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61/100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10.28 CMake Tools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10.28 CMake Tools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62/100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10.29 Makefile Tools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10.29 Makefile Tools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63/100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第11章：主题与 UI 插件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Full-Feature Teaching Guide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64/100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 顶级主题推荐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11.1 顶级主题推荐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65/100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 One Dark Pro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11.2 One Dark Pro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66/100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 Dracula Official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11.3 Dracula Official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67/100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 GitHub Theme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11.4 GitHub Theme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68/100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 Monokai Pro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11.5 Monokai Pro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69/100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11.6 Material Icon Theme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11.6 Material Icon Theme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70/100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 vscode-icons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11.7 vscode-icons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71/100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 图标主题对比与选择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11.8 图标主题对比与选择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72/100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 产品图标主题 (Product Icon Themes)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11.9 产品图标主题 (Product Icon Themes)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73/100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11.10 自定义 CSS 主题制作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11.10 自定义 CSS 主题制作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74/100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11.11 Peacock - 工作区颜色区分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11.11 Peacock - 工作区颜色区分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75/100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11.12 TODO Highlight - 待办高亮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11.12 TODO Highlight - 待办高亮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76/100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11.13 Better Comments - 注释分类高亮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11.13 Better Comments - 注释分类高亮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77/100</a:t>
            </a:r>
            <a:endParaRPr lang="en-US" sz="10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11.14 Error Lens - 行内错误显示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11.14 Error Lens - 行内错误显示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78/100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11.15 CodeSnap - 代码截图工具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11.15 CodeSnap - 代码截图工具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79/100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第12章：生产力插件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Full-Feature Teaching Guide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80/100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 Bookmarks - 代码书签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12.1 Bookmarks - 代码书签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81/100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 Todo Tree - TODO/FIXME 汇总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12.2 Todo Tree - TODO/FIXME 汇总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82/100</a:t>
            </a:r>
            <a:endParaRPr lang="en-US" sz="1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 Partial Diff - 文本差异比较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12.3 Partial Diff - 文本差异比较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83/100</a:t>
            </a:r>
            <a:endParaRPr lang="en-US" sz="10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 Turbo Console Log - 快速 console.log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12.4 Turbo Console Log - 快速 console.log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84/100</a:t>
            </a:r>
            <a:endParaRPr lang="en-US" sz="1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 Polacode - 代码美化截图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12.5 Polacode - 代码美化截图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85/100</a:t>
            </a:r>
            <a:endParaRPr lang="en-US" sz="1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 WakaTime - 编程时间统计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12.6 WakaTime - 编程时间统计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86/100</a:t>
            </a:r>
            <a:endParaRPr lang="en-US" sz="10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 Code Spell Checker - 拼写检查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12.7 Code Spell Checker - 拼写检查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87/100</a:t>
            </a:r>
            <a:endParaRPr lang="en-US" sz="1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12.8 File Utils - 文件批量操作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12.8 File Utils - 文件批量操作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88/100</a:t>
            </a:r>
            <a:endParaRPr lang="en-US" sz="1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 Change Case - 大小写转换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12.9 Change Case - 大小写转换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89/100</a:t>
            </a:r>
            <a:endParaRPr lang="en-US" sz="1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12.10 Sort Lines - 行排序工具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12.10 Sort Lines - 行排序工具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90/100</a:t>
            </a:r>
            <a:endParaRPr lang="en-US" sz="1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12.11 Regex Previewer - 正则表达式预览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12.11 Regex Previewer - 正则表达式预览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91/100</a:t>
            </a:r>
            <a:endParaRPr lang="en-US" sz="1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12.12 Draw.io Integration - 流程图编辑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12.12 Draw.io Integration - 流程图编辑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92/100</a:t>
            </a:r>
            <a:endParaRPr lang="en-US" sz="1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12.13 Mermaid Preview - 图表预览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12.13 Mermaid Preview - 图表预览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93/100</a:t>
            </a:r>
            <a:endParaRPr lang="en-US" sz="10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12.14 PlantUML - UML 图编辑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12.14 PlantUML - UML 图编辑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94/100</a:t>
            </a:r>
            <a:endParaRPr lang="en-US" sz="10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12.15 Excel Viewer - 表格查看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12.15 Excel Viewer - 表格查看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95/100</a:t>
            </a:r>
            <a:endParaRPr lang="en-US" sz="1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12.16 PDF Preview - PDF 预览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12.16 PDF Preview - PDF 预览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96/100</a:t>
            </a:r>
            <a:endParaRPr lang="en-US" sz="10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12.17 SVG Preview - SVG 预览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12.17 SVG Preview - SVG 预览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97/100</a:t>
            </a:r>
            <a:endParaRPr lang="en-US" sz="10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12.18 Image Preview - 图片预览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12.18 Image Preview - 图片预览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98/100</a:t>
            </a:r>
            <a:endParaRPr lang="en-US" sz="10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12.19 插件组合推荐清单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12.19 插件组合推荐清单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99/100</a:t>
            </a:r>
            <a:endParaRPr lang="en-US" sz="10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12.20 第二部分总结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12.20 第二部分总结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2: Plugins | Slide 100/100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2026-06-14T09:31:41Z</dcterms:created>
  <dcterms:modified xsi:type="dcterms:W3CDTF">2026-06-14T09:31:41Z</dcterms:modified>
</cp:coreProperties>
</file>