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</p:sldIdLst>
  <p:notesMasterIdLst>
    <p:notesMasterId r:id="rId9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notesMaster" Target="notesMasters/notesMaster1.xml"/><Relationship Id="rId100" Type="http://schemas.openxmlformats.org/officeDocument/2006/relationships/presProps" Target="presProps.xml"/><Relationship Id="rId101" Type="http://schemas.openxmlformats.org/officeDocument/2006/relationships/viewProps" Target="viewProps.xml"/><Relationship Id="rId102" Type="http://schemas.openxmlformats.org/officeDocument/2006/relationships/theme" Target="theme/theme1.xml"/><Relationship Id="rId10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全功能学习指南 - 第三部分：多语言企业级开发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3: Enterprise Dev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3291840"/>
            <a:ext cx="22860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Full-Feature Teaching Guide | June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1/97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第13章：Go 企业级开发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第14章：Rust 企业级开发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第15章：Java 企业级开发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第16章：C/C++ 企业级开发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第17章：Scala 与其他语言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2/97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0"/>
            <a:ext cx="12188952" cy="228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第13章：Go 企业级开发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Full-Feature Teaching Guide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3/97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13.1 Go 环境搭建与配置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13.1 Go 环境搭建与配置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4/97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13.2 Go Modules 依赖管理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13.2 Go Modules 依赖管理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5/97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13.3 Go 项目结构最佳实践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13.3 Go 项目结构最佳实践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6/97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13.4 Go 单元测试与覆盖率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13.4 Go 单元测试与覆盖率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7/97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13.5 Go 性能分析 (pprof)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13.5 Go 性能分析 (pprof)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8/97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13.6 Go 微服务开发 (Gin/Echo/Fiber)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13.6 Go 微服务开发 (Gin/Echo/Fiber)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9/97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 Go gRPC 服务开发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13.7 Go gRPC 服务开发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10/97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13.8 Go 数据库操作 (GORM/sqlx)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13.8 Go 数据库操作 (GORM/sqlx)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11/97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13.9 Go Redis/RabbitMQ 集成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13.9 Go Redis/RabbitMQ 集成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12/97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13.10 Go Docker 镜像构建与多阶段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13.10 Go Docker 镜像构建与多阶段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13/97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13.11 Go CI/CD 流水线配置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13.11 Go CI/CD 流水线配置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14/97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13.12 Go 错误处理最佳实践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13.12 Go 错误处理最佳实践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15/97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13.13 Go 并发编程与协程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13.13 Go 并发编程与协程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16/97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13.14 Go 日志与监控 (zap/zerolog)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13.14 Go 日志与监控 (zap/zerolog)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17/97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13.15 Go 配置管理 (Viper)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13.15 Go 配置管理 (Viper)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18/97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13.16 Go OpenTelemetry 集成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13.16 Go OpenTelemetry 集成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19/97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13.17 Go 企业项目实战案例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13.17 Go 企业项目实战案例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20/97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13.18 Go 常见陷阱与解决方案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13.18 Go 常见陷阱与解决方案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21/97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13.19 Go 插件推荐清单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13.19 Go 插件推荐清单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22/97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13.20 Go 学习资源与进阶路径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13.20 Go 学习资源与进阶路径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23/97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0"/>
            <a:ext cx="12188952" cy="228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第14章：Rust 企业级开发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Full-Feature Teaching Guide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24/97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14.1 Rust 环境搭建 (rustup/cargo)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14.1 Rust 环境搭建 (rustup/cargo)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25/97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14.2 Cargo 项目管理与依赖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14.2 Cargo 项目管理与依赖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26/97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14.3 Rust 项目结构最佳实践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14.3 Rust 项目结构最佳实践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27/97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14.4 Rust 所有权与借用检查器实战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14.4 Rust 所有权与借用检查器实战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28/97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14.5 Rust 错误处理 (Result/Option/?运算符)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14.5 Rust 错误处理 (Result/Option/?运算符)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29/97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14.6 Rust 单元测试与集成测试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14.6 Rust 单元测试与集成测试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30/97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14.7 Rust Web 开发 (Actix-web/Axum/Rocket)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14.7 Rust Web 开发 (Actix-web/Axum/Rocket)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31/97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14.8 Rust 异步编程 (tokio/async-std)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14.8 Rust 异步编程 (tokio/async-std)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32/97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14.9 Rust 数据库操作 (sqlx/Diesel/SeaORM)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14.9 Rust 数据库操作 (sqlx/Diesel/SeaORM)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33/97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14.10 Rust gRPC 服务 (tonic)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14.10 Rust gRPC 服务 (tonic)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34/97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14.11 Rust CLI 工具开发 (clap)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14.11 Rust CLI 工具开发 (clap)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35/97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14.12 Rust FFI 与 C 交互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14.12 Rust FFI 与 C 交互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36/97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14.13 Rust WASM 前端开发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14.13 Rust WASM 前端开发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37/97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14.14 Rust 嵌入式开发 (no_std/embedded)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14.14 Rust 嵌入式开发 (no_std/embedded)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38/97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14.15 Rust 安全审计 (cargo-audit/clippy)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14.15 Rust 安全审计 (cargo-audit/clippy)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39/97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14.16 Rust 性能优化与 Benchmark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14.16 Rust 性能优化与 Benchmark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40/97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14.17 Rust Docker 多阶段构建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14.17 Rust Docker 多阶段构建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41/97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14.18 Rust 企业项目实战案例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14.18 Rust 企业项目实战案例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42/97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14.19 Rust 插件推荐清单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14.19 Rust 插件推荐清单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43/97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14.20 Rust 学习资源与进阶路径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14.20 Rust 学习资源与进阶路径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44/97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0"/>
            <a:ext cx="12188952" cy="228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第15章：Java 企业级开发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Full-Feature Teaching Guide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45/97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15.1 Java 环境搭建 (JDK 21/Maven/Gradle)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15.1 Java 环境搭建 (JDK 21/Maven/Gradle)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46/97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15.2 Spring Boot 3 项目创建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15.2 Spring Boot 3 项目创建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47/97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15.3 Spring Boot REST API 开发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15.3 Spring Boot REST API 开发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48/97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15.4 Spring Data JPA 数据库操作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15.4 Spring Data JPA 数据库操作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49/97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15.5 Spring Security 认证与授权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15.5 Spring Security 认证与授权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50/97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15.6 Spring Cloud 微服务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15.6 Spring Cloud 微服务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51/97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15.7 Java 单元测试 (JUnit 5/Mockito)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15.7 Java 单元测试 (JUnit 5/Mockito)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52/97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15.8 Java 集成测试 (Testcontainers)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15.8 Java 集成测试 (Testcontainers)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53/97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15.9 Java 日志与监控 (SLF4J/Logback)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15.9 Java 日志与监控 (SLF4J/Logback)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54/97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15.10 Java 性能优化 (JVM 调优)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15.10 Java 性能优化 (JVM 调优)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55/97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15.11 Java Docker 镜像构建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15.11 Java Docker 镜像构建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56/97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15.12 Java Maven/Gradle 多模块项目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15.12 Java Maven/Gradle 多模块项目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57/97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15.13 Java MyBatis/MyBatis-Plus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15.13 Java MyBatis/MyBatis-Plus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58/97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15.14 Java Redis 集成 (Spring Cache)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15.14 Java Redis 集成 (Spring Cache)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59/97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15.15 Java 消息队列 (RabbitMQ/Kafka)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15.15 Java 消息队列 (RabbitMQ/Kafka)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60/97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15.16 Java 异常处理最佳实践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15.16 Java 异常处理最佳实践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61/97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15.17 Java 企业项目实战案例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15.17 Java 企业项目实战案例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62/97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15.18 Java 插件推荐清单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15.18 Java 插件推荐清单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63/97</a:t>
            </a:r>
            <a:endParaRPr lang="en-US" sz="1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15.19 Java 常见问题与解决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15.19 Java 常见问题与解决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64/97</a:t>
            </a:r>
            <a:endParaRPr lang="en-US" sz="1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15.20 Java 学习资源与进阶路径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15.20 Java 学习资源与进阶路径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65/97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0"/>
            <a:ext cx="12188952" cy="228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第16章：C/C++ 企业级开发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Full-Feature Teaching Guide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66/97</a:t>
            </a:r>
            <a:endParaRPr lang="en-US" sz="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16.1 C/C++ 环境搭建 (GCC/Clang/MSVC)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16.1 C/C++ 环境搭建 (GCC/Clang/MSVC)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67/97</a:t>
            </a:r>
            <a:endParaRPr lang="en-US" sz="10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16.2 CMake 构建系统详解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16.2 CMake 构建系统详解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68/97</a:t>
            </a:r>
            <a:endParaRPr lang="en-US" sz="1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16.3 C++ 包管理 (vcpkg/Conan)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16.3 C++ 包管理 (vcpkg/Conan)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69/97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16.4 C++ 单元测试 (Google Test/Catch2)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16.4 C++ 单元测试 (Google Test/Catch2)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70/97</a:t>
            </a:r>
            <a:endParaRPr lang="en-US" sz="1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16.5 C++ 调试技巧 (GDB/LLDB)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16.5 C++ 调试技巧 (GDB/LLDB)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71/97</a:t>
            </a:r>
            <a:endParaRPr lang="en-US" sz="1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16.6 C++ 性能分析 (perf/Valgrind)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16.6 C++ 性能分析 (perf/Valgrind)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72/97</a:t>
            </a:r>
            <a:endParaRPr lang="en-US" sz="1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 C++ 内存管理最佳实践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16.7 C++ 内存管理最佳实践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73/97</a:t>
            </a:r>
            <a:endParaRPr lang="en-US" sz="10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16.8 C++ 网络编程 (Boost.Asio)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16.8 C++ 网络编程 (Boost.Asio)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74/97</a:t>
            </a:r>
            <a:endParaRPr lang="en-US" sz="10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16.9 C++ 多线程编程 (std::thread/TBB)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16.9 C++ 多线程编程 (std::thread/TBB)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75/97</a:t>
            </a:r>
            <a:endParaRPr lang="en-US" sz="10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16.10 C++ Docker 构建与交叉编译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16.10 C++ Docker 构建与交叉编译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76/97</a:t>
            </a:r>
            <a:endParaRPr lang="en-US" sz="10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16.11 C++ 静态分析 (clang-tidy/cppcheck)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16.11 C++ 静态分析 (clang-tidy/cppcheck)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77/97</a:t>
            </a:r>
            <a:endParaRPr lang="en-US" sz="10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16.12 C++ 企业项目实战案例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16.12 C++ 企业项目实战案例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78/97</a:t>
            </a:r>
            <a:endParaRPr lang="en-US" sz="10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16.13 C/C++ 插件推荐清单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16.13 C/C++ 插件推荐清单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79/97</a:t>
            </a:r>
            <a:endParaRPr lang="en-US" sz="10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16.14 C/C++ 常见问题与解决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16.14 C/C++ 常见问题与解决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80/97</a:t>
            </a:r>
            <a:endParaRPr lang="en-US" sz="10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16.15 C/C++ 学习资源与进阶路径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16.15 C/C++ 学习资源与进阶路径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81/97</a:t>
            </a:r>
            <a:endParaRPr lang="en-US" sz="10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0"/>
            <a:ext cx="12188952" cy="228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第17章：Scala 与其他语言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Full-Feature Teaching Guide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82/97</a:t>
            </a:r>
            <a:endParaRPr lang="en-US" sz="10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17.1 Scala 环境搭建 (sbt/Coursier)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17.1 Scala 环境搭建 (sbt/Coursier)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83/97</a:t>
            </a:r>
            <a:endParaRPr lang="en-US" sz="10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17.2 Scala 项目结构与依赖管理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17.2 Scala 项目结构与依赖管理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84/97</a:t>
            </a:r>
            <a:endParaRPr lang="en-US" sz="10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17.3 Scala 函数式编程实战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17.3 Scala 函数式编程实战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85/97</a:t>
            </a:r>
            <a:endParaRPr lang="en-US" sz="10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17.4 Akka/Pekko 并发编程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17.4 Akka/Pekko 并发编程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86/97</a:t>
            </a:r>
            <a:endParaRPr lang="en-US" sz="10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17.5 Scala 测试 (ScalaTest/Specs2)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17.5 Scala 测试 (ScalaTest/Specs2)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87/97</a:t>
            </a:r>
            <a:endParaRPr lang="en-US" sz="10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17.6 Scala 企业项目实战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17.6 Scala 企业项目实战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88/97</a:t>
            </a:r>
            <a:endParaRPr lang="en-US" sz="10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17.7 Kotlin 开发环境配置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17.7 Kotlin 开发环境配置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89/97</a:t>
            </a:r>
            <a:endParaRPr lang="en-US" sz="10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17.8 Swift 开发环境配置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17.8 Swift 开发环境配置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90/97</a:t>
            </a:r>
            <a:endParaRPr lang="en-US" sz="10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17.9 Ruby/Rails 开发环境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17.9 Ruby/Rails 开发环境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91/97</a:t>
            </a:r>
            <a:endParaRPr lang="en-US" sz="10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17.10 PHP/Laravel 开发环境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17.10 PHP/Laravel 开发环境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92/97</a:t>
            </a:r>
            <a:endParaRPr lang="en-US" sz="10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17.11 .NET/C# 开发环境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17.11 .NET/C# 开发环境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93/97</a:t>
            </a:r>
            <a:endParaRPr lang="en-US" sz="10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17.12 多语言项目管理策略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17.12 多语言项目管理策略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94/97</a:t>
            </a:r>
            <a:endParaRPr lang="en-US" sz="10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17.13 Monorepo 开发实践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17.13 Monorepo 开发实践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95/97</a:t>
            </a:r>
            <a:endParaRPr lang="en-US" sz="10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17.14 跨语言调试技巧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17.14 跨语言调试技巧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96/97</a:t>
            </a:r>
            <a:endParaRPr lang="en-US" sz="10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17.15 全系列总结与进阶路径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content for: 17.15 全系列总结与进阶路径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accompanying detailed guide for full content)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code-server Teaching Guide | Part 3: Enterprise Dev | Slide 97/97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97</Slides>
  <Notes>97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97</vt:i4>
      </vt:variant>
    </vt:vector>
  </HeadingPairs>
  <TitlesOfParts>
    <vt:vector size="10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2026-06-14T09:31:41Z</dcterms:created>
  <dcterms:modified xsi:type="dcterms:W3CDTF">2026-06-14T09:31:41Z</dcterms:modified>
</cp:coreProperties>
</file>