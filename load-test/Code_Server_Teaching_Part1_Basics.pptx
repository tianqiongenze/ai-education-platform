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</p:sldIdLst>
  <p:notesMasterIdLst>
    <p:notesMasterId r:id="rId9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notesMaster" Target="notesMasters/notesMaster1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全功能学习指南 - 第一部分：基础与 IDE 使用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Basics &amp; IDE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2286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 | June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1/94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第1章：初次登录与界面介绍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第2章：文件与项目管理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第3章：编辑器精通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第4章：终端与任务自动化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第5章：调试与诊断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第6章：设置与个性化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第7章：远程开发与协作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2/94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第1章：初次登录与界面介绍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3/94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什么是 code-server？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1.1 什么是 code-server？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4/94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为什么使用 code-server？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1.2 为什么使用 code-server？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5/94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访问方式：浏览器即可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1.3 访问方式：浏览器即可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6/94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登录界面详解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1.4 登录界面详解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7/94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VS Code 界面布局全解析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1.5 VS Code 界面布局全解析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8/94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 活动栏 (Activity Bar) 详解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1.6 活动栏 (Activity Bar) 详解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9/94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 侧边栏 (Side Bar) 使用技巧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1.7 侧边栏 (Side Bar) 使用技巧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10/94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 编辑器区域 (Editor) 功能全解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1.8 编辑器区域 (Editor) 功能全解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11/94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 面板区域 (Panel) 使用指南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1.9 面板区域 (Panel) 使用指南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12/94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 状态栏 (Status Bar) 信息解读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1.10 状态栏 (Status Bar) 信息解读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13/94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 命令面板 (Command Palette) — 万能快捷键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1.11 命令面板 (Command Palette) — 万能快捷键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14/94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 快速开启 (Quick Open) 文件导航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1.12 快速开启 (Quick Open) 文件导航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15/94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第2章：文件与项目管理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16/94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创建/打开文件和文件夹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2.1 创建/打开文件和文件夹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17/94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打开文件夹 (Open Folder) 与工作区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2.2 打开文件夹 (Open Folder) 与工作区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18/94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多文件夹工作区 (Multi-root Workspace)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2.3 多文件夹工作区 (Multi-root Workspace)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19/94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文件浏览器 (Explorer) 高级用法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2.4 文件浏览器 (Explorer) 高级用法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20/94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文件搜索 (Search) 全局查找与替换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2.5 文件搜索 (Search) 全局查找与替换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21/94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 正则表达式搜索实战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2.6 正则表达式搜索实战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22/94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 源代码控制 (Source Control) — Git 集成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2.7 源代码控制 (Source Control) — Git 集成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23/94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 Git 提交、推送、拉取实战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2.8 Git 提交、推送、拉取实战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24/94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 分支管理与合并冲突解决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2.9 分支管理与合并冲突解决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25/94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第3章：编辑器精通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26/94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代码补全 (IntelliSense) 深度使用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3.1 代码补全 (IntelliSense) 深度使用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27/94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代码导航 (Go to Definition/References)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3.2 代码导航 (Go to Definition/References)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28/94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代码重构 (Rename/Extract/Inline)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3.3 代码重构 (Rename/Extract/Inline)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29/94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多光标编辑 (Multi-cursor) 技巧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3.4 多光标编辑 (Multi-cursor) 技巧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30/94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代码折叠 (Folding) 与大纲 (Outline)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3.5 代码折叠 (Folding) 与大纲 (Outline)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31/94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 代码片段 (Snippets) 自定义与使用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3.6 代码片段 (Snippets) 自定义与使用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32/94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 Emmet 快速 HTML/CSS 编写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3.7 Emmet 快速 HTML/CSS 编写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33/94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 代码格式化 (Formatting) 自动美化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3.8 代码格式化 (Formatting) 自动美化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34/94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 代码检查 (Linting) 错误提示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3.9 代码检查 (Linting) 错误提示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35/94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 问题面板 (Problems Panel) 诊断与修复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3.10 问题面板 (Problems Panel) 诊断与修复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36/94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 快捷键全景图 (Keyboard Shortcuts)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3.11 快捷键全景图 (Keyboard Shortcuts)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37/94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 必备快捷键 Top 30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3.12 必备快捷键 Top 30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38/94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 自定义快捷键绑定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3.13 自定义快捷键绑定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39/94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3.14 分屏编辑 (Split Editor) 多文件并排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3.14 分屏编辑 (Split Editor) 多文件并排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40/94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第4章：终端与任务自动化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41/94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集成终端 (Integrated Terminal) 入门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4.1 集成终端 (Integrated Terminal) 入门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42/94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多终端管理与分屏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4.2 多终端管理与分屏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43/94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Shell 选择：bash/zsh/fish/powershell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4.3 Shell 选择：bash/zsh/fish/powershell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44/94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任务自动化 (Tasks) — 构建/测试/部署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4.4 任务自动化 (Tasks) — 构建/测试/部署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45/94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tasks.json 配置详解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4.5 tasks.json 配置详解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46/94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 自定义任务与快捷键绑定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4.6 自定义任务与快捷键绑定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47/94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 问题匹配器 (Problem Matcher) 解析构建输出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4.7 问题匹配器 (Problem Matcher) 解析构建输出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48/94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后台任务与自动运行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4.8 后台任务与自动运行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49/94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 输出面板 (Output Panel) 与日志查看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4.9 输出面板 (Output Panel) 与日志查看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50/94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第5章：调试与诊断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51/94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调试器 (Debugger) 入门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5.1 调试器 (Debugger) 入门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52/94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断点 (Breakpoints) 设置与管理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5.2 断点 (Breakpoints) 设置与管理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53/94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条件断点与日志点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5.3 条件断点与日志点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54/94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调试控制：继续/单步/跳入/跳出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5.4 调试控制：继续/单步/跳入/跳出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55/94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变量查看 (Watch) 与调试控制台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5.5 变量查看 (Watch) 与调试控制台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56/94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 调用堆栈 (Call Stack) 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5.6 调用堆栈 (Call Stack) 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57/94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 launch.json 配置详解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5.7 launch.json 配置详解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58/94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 Node.js 调试实战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5.8 Node.js 调试实战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59/94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 Python 调试实战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5.9 Python 调试实战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60/94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 浏览器 JavaScript 调试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5.10 浏览器 JavaScript 调试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61/94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 远程调试 (Remote Debugging)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5.11 远程调试 (Remote Debugging)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62/94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5.12 调试控制台 (Debug Console) 交互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5.12 调试控制台 (Debug Console) 交互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63/94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5.13 性能分析 (Performance Profiling)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5.13 性能分析 (Performance Profiling)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64/94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5.14 内存快照 (Memory Snapshot)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5.14 内存快照 (Memory Snapshot)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65/94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第6章：设置与个性化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66/94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设置编辑器 (Settings Editor) 入门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6.1 设置编辑器 (Settings Editor) 入门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67/94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settings.json 高级配置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6.2 settings.json 高级配置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68/94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用户设置 vs 工作区设置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6.3 用户设置 vs 工作区设置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69/94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主题 (Themes) — 颜色/图标/字体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6.4 主题 (Themes) — 颜色/图标/字体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70/94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推荐主题 Top 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6.5 推荐主题 Top 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71/94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 自定义主题配置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6.6 自定义主题配置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72/94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 字体配置 (Font Family/Ligatures)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6.7 字体配置 (Font Family/Ligatures)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73/94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 编辑器布局自定义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6.8 编辑器布局自定义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74/94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 工作台配置 (Workbench Settings)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6.9 工作台配置 (Workbench Settings)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75/94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6.10 文件关联 (File Associations)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6.10 文件关联 (File Associations)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76/94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6.11 排除文件 (Files Exclude)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6.11 排除文件 (Files Exclude)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77/94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6.12 设置同步 (Settings Sync) 跨设备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6.12 设置同步 (Settings Sync) 跨设备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78/94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6.13 配置文件备份与迁移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6.13 配置文件备份与迁移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79/94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6.14 生产力提升总结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6.14 生产力提升总结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80/94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第7章：远程开发与协作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81/94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 code-server 远程开发架构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7.1 code-server 远程开发架构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82/94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SSH 远程连接配置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7.2 SSH 远程连接配置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83/94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 容器化开发环境 (Dev Containers)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7.3 容器化开发环境 (Dev Containers)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84/94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 devcontainer.json 配置详解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7.4 devcontainer.json 配置详解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85/94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 Docker 集成与管理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7.5 Docker 集成与管理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86/94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 Live Share 实时协作编程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7.6 Live Share 实时协作编程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87/94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 共享终端与服务器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7.7 共享终端与服务器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88/94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 代码审查 (Code Review) 工作流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7.8 代码审查 (Code Review) 工作流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89/94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 GitHub Pull Requests 集成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7.9 GitHub Pull Requests 集成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90/94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7.10 GitLab 集成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7.10 GitLab 集成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91/94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7.11 多人编辑冲突解决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7.11 多人编辑冲突解决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92/94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7.12 团队开发最佳实践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7.12 团队开发最佳实践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93/94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7.13 第一部分总结与下次预告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7.13 第一部分总结与下次预告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1: Basics &amp; IDE | Slide 94/94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94</Slides>
  <Notes>94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2026-06-14T09:31:41Z</dcterms:created>
  <dcterms:modified xsi:type="dcterms:W3CDTF">2026-06-14T09:31:41Z</dcterms:modified>
</cp:coreProperties>
</file>