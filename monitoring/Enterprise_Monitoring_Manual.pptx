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Monitoring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+ Grafana 企业级监控使用手册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3017520"/>
            <a:ext cx="22860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ServiceMonitors | 40 PrometheusRules | 4 Custom Dashboards | 70+ Panels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2-Node K8s Cluster | Dify + LLM + code-server + Infrastructure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14,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Monitoring Manual | Prometheus + Grafana | June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200400" cy="1371600"/>
          </a:xfrm>
          <a:prstGeom prst="rect">
            <a:avLst>
              <a:gd name="adj" fmla="val 5333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Collection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30s scrape interval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TSDB storage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1463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3200400" cy="1371600"/>
          </a:xfrm>
          <a:prstGeom prst="rect">
            <a:avLst>
              <a:gd name="adj" fmla="val 5333"/>
            </a:avLst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88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16459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Custom Dashboards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70+ Panels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686800" y="1097280"/>
            <a:ext cx="3200400" cy="1371600"/>
          </a:xfrm>
          <a:prstGeom prst="rect">
            <a:avLst>
              <a:gd name="adj" fmla="val 5333"/>
            </a:avLst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0" y="1188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Alertmanager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69680" y="16459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Routing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Rule Groups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Critical/Warning/Info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11247120" cy="1371600"/>
          </a:xfrm>
          <a:prstGeom prst="rect">
            <a:avLst>
              <a:gd name="adj" fmla="val 5333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ServiceMonitors (39 total)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ai-platform: ollama-master, ollama-worker, ollama-exporter, litellm, litellm-log-exporter, open-webui, code-server, health-check-exporter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dify: dify-api, dify-web, dify-worker, dify-plugin-daemon, smtp-debug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dify-plus: dify-plus-api, dify-plus-weaviate, dify-plus-postgres, dify-plus-redis, dify-plus-mail-server, dify-db, dify-redis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infra: ingress-nginx-controller, rancher-cluster-agent, local-path-provisioner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kube-system: alertmanager, apiserver, coredns, grafana, controller-manager, etcd, kube-proxy, kube-state-metrics, kubelet, operator, prometheus, node-exporter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11247120" cy="1371600"/>
          </a:xfrm>
          <a:prstGeom prst="rect">
            <a:avLst>
              <a:gd name="adj" fmla="val 5333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PrometheusRules (40 total)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4937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Custom: dify-platform-alerts, dify-plus-alerts, llm-services-alerts, enterprise-alert-rules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groups: ollama-alerts(4), ingress-alerts(4), storage-alerts(3), dify-namespace-alerts(5), rancher-alerts(1), infrastructure-alerts(5)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built-in: 35 rule groups covering nodes, pods, deployments, statefulsets, apiserver, etcd, scheduler, kubelet, networking, storage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5943600"/>
            <a:ext cx="11247120" cy="457200"/>
          </a:xfrm>
          <a:prstGeom prst="rect">
            <a:avLst>
              <a:gd name="adj" fmla="val 16000"/>
            </a:avLst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Grafana: http://10.167.2.175:30082 (admin/prom-operator) | Prometheus: http://10.167.2.175:9090 | Alertmanager: http://10.167.2.175:9093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1: LLM Services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Monitoring Manual | Prometheus + Grafana | June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5303520"/>
          </a:xfrm>
          <a:prstGeom prst="rect">
            <a:avLst>
              <a:gd name="adj" fmla="val 1379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Services - Enterprise Monitoring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UID: llm-services | 17 Panels | Refresh: 30s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1069848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Runtime Engine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Status, Worker Status, Memory %, CPU Usage, Memory Usage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panels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1069848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Gateway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Count, 5xx Rate, Error %, Request Rate, Error Rate, P95 Latency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panels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1069848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Open-WebUI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572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Request Rate, CPU Usage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0" y="4206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panels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Metrics: Ollama Worker (12 models, CPU-only), Litellm (10 pods, 13 model routes), Open-WebUI (chat interface)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2: Dify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Monitoring Manual | Prometheus + Grafana | June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5303520"/>
          </a:xfrm>
          <a:prstGeom prst="rect">
            <a:avLst>
              <a:gd name="adj" fmla="val 1379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 Platform - Enterprise Monitoring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UID: dify-platform | 19 Panels | Refresh: 30s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1069848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 Core (dify ns)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API(3), Web(3), Worker(3), Plugin Daemon(1), SMTP Debug(1) - Status + Request Rate + Error Rate + Latency + CPU + Memory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panels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1069848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 Infra (dify-plus ns)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PostgreSQL, Redis, Weaviate, Mail Server - Status + Memory Usage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panels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Alerts: DifyAPIDown(critical), DifyWorkerDown(warning), DifyDBDown(critical), DifyRedisDown(critical), DifyNsHighErrorRate(critical)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3: Infrastructure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Monitoring Manual | Prometheus + Grafana | June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5303520"/>
          </a:xfrm>
          <a:prstGeom prst="rect">
            <a:avLst>
              <a:gd name="adj" fmla="val 1379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- Enterprise Monitoring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UID: infrastructure | 19 Panels | Refresh: 30s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1069848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NGINX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Status, 5xx/4xx Rates, Error %, Request Rate, P99 Latency, Error Breakdown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panels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1069848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Count, CPU %, Memory %, Disk %, CPU/Memory Trends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panels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1069848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&amp; Rancher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572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Usage Table, Rancher Agent Status, Local Path Provisioner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0" y="4206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panels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Alerts: IngressControllerDown(critical), IngressHigh5xxRate(critical), PVCUsageCritical(critical), NodeDiskSpaceLow(warning)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4: Code-Server IDE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Monitoring Manual | Prometheus + Grafana | June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5303520"/>
          </a:xfrm>
          <a:prstGeom prst="rect">
            <a:avLst>
              <a:gd name="adj" fmla="val 1379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IDE - Enterprise Monitoring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UID: codeserver | 15 Panels | Refresh: 30s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1069848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Pods, Desired Pods, Available Pods, Pod Restarts, Pod Count History, Pod Readiness 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panels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1069848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Usage per Pod, Memory Usage per Pod, Avg CPU %, Avg Memory %, CPU Throttling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panels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1069848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572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Status Table (name, ready, restarts, age)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0" y="4206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panel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Metrics: 20 pods, 500m CPU/pod, 4Gi memory/pod, 0% service failures, 145.7 peak RPS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Rules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Monitoring Manual | Prometheus + Grafana | June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47120" cy="73152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ollama-alerts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11430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OllamaMasterDown(c), OllamaWorkerDown(c), OllamaHighMemory(w), OllamaHighCPU(w)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0" y="1143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rules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11247120" cy="73152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ingress-alerts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20116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IngressControllerDown(c), IngressHigh5xxRate(c), IngressHighLatency(w), IngressHigh4xxRate(w)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0" y="2011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rules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11247120" cy="73152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80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storage-alerts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28803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PVCUsageHigh(w), PVCUsageCritical(c), NodeDiskSpaceLow(w)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0" y="2880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rules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11247120" cy="73152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dify-ns-alerts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37490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DifyNsAPIDown(c), DifyNsWebDown(w), DifyNsWorkerDown(w), DifyNsPluginDaemonDown(w), DifyNsHighErrorRate(c)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rules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11247120" cy="73152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617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rancher-alerts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17520" y="4617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RancherAgentDown(w)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0" y="4617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rule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440680"/>
            <a:ext cx="11247120" cy="73152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486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infra-alerts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17520" y="5486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TooManyPodRestarts(w), PendingPodsHigh(w), CPUThrottlingHigh(w), DeploymentMismatch(w), StatefulSetMismatch(w)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58400" y="5486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rules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Severity: (c)=critical (immediate action), (w)=warning (investigate), (i)=info (awareness) | Total: 22 custom + 35 K8s built-in rules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PromQL Quick Reference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Monitoring Manual | Prometheus + Grafana | June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47120" cy="457200"/>
          </a:xfrm>
          <a:prstGeom prst="rect">
            <a:avLst>
              <a:gd name="adj" fmla="val 16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Status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143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up{namespace="ai-platform",pod=~"service-.*"}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1=UP, 0=DOWN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11247120" cy="457200"/>
          </a:xfrm>
          <a:prstGeom prst="rect">
            <a:avLst>
              <a:gd name="adj" fmla="val 16000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733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Count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167335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count(up{namespace="ai-platform"}==1)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0" y="16733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running pods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57984"/>
            <a:ext cx="11247120" cy="457200"/>
          </a:xfrm>
          <a:prstGeom prst="rect">
            <a:avLst>
              <a:gd name="adj" fmla="val 16000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2037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Usage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220370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rate(container_cpu_usage_seconds_total{namespace="ai-platform"}[5m])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00" y="22037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cores/sec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88336"/>
            <a:ext cx="11247120" cy="457200"/>
          </a:xfrm>
          <a:prstGeom prst="rect">
            <a:avLst>
              <a:gd name="adj" fmla="val 16000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340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Usage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273405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container_memory_working_set_bytes{namespace="ai-platform"}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00" y="27340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 in use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18688"/>
            <a:ext cx="11247120" cy="457200"/>
          </a:xfrm>
          <a:prstGeom prst="rect">
            <a:avLst>
              <a:gd name="adj" fmla="val 16000"/>
            </a:avLst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644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326440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container_memory_working_set_bytes/container_spec_memory_limit_bytes*100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144000" y="32644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11247120" cy="457200"/>
          </a:xfrm>
          <a:prstGeom prst="rect">
            <a:avLst>
              <a:gd name="adj" fmla="val 16000"/>
            </a:avLst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Rate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17520" y="37947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sum(rate(http_requests_total{namespace="ai-platform"}[5m]))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14400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Requests/sec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279392"/>
            <a:ext cx="11247120" cy="457200"/>
          </a:xfrm>
          <a:prstGeom prst="rect">
            <a:avLst>
              <a:gd name="adj" fmla="val 16000"/>
            </a:avLst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3251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17520" y="432511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sum(rate(http_requests_total{status=~"5.."}[5m]))/sum(rate(http_requests_total[5m]))*100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144000" y="43251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5xx percentage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809744"/>
            <a:ext cx="11247120" cy="457200"/>
          </a:xfrm>
          <a:prstGeom prst="rect">
            <a:avLst>
              <a:gd name="adj" fmla="val 16000"/>
            </a:avLst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8554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Latency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017520" y="485546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histogram_quantile(0.95,sum(rate(http_request_duration_seconds_bucket[5m]))by(le))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144000" y="48554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5340096"/>
            <a:ext cx="11247120" cy="457200"/>
          </a:xfrm>
          <a:prstGeom prst="rect">
            <a:avLst>
              <a:gd name="adj" fmla="val 16000"/>
            </a:avLst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53858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Restarts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17520" y="538581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rate(kube_pod_container_status_restarts_total[15m])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9144000" y="53858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Restarts/sec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5870448"/>
            <a:ext cx="11247120" cy="457200"/>
          </a:xfrm>
          <a:prstGeom prst="rect">
            <a:avLst>
              <a:gd name="adj" fmla="val 16000"/>
            </a:avLst>
          </a:prstGeom>
          <a:solidFill>
            <a:srgbClr val="1E293B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59161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Usage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017520" y="591616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kubelet_volume_stats_used_bytes/kubelet_volume_stats_capacity_bytes*100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9144000" y="59161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Usage Guide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Monitoring Manual | Prometheus + Grafana | June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303520" cy="2286000"/>
          </a:xfrm>
          <a:prstGeom prst="rect">
            <a:avLst>
              <a:gd name="adj" fmla="val 32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URL: http://10.167.2.175:30082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Username: admin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Password: prom-operator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→ Browse → Select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custom dashboards available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005840"/>
            <a:ext cx="5303520" cy="2286000"/>
          </a:xfrm>
          <a:prstGeom prst="rect">
            <a:avLst>
              <a:gd name="adj" fmla="val 3200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Range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155448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Last 6 hours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Quick: Last 5m/15m/1h/6h/12h/24h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Custom: Absolute time range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Auto-refresh: 30s default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Top-right corner controls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5303520" cy="2286000"/>
          </a:xfrm>
          <a:prstGeom prst="rect">
            <a:avLst>
              <a:gd name="adj" fmla="val 3200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Interaction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11480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legend to isolate series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Ctrl+Click for multi-select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for tooltip values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panel title → View/Edit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time range to zoom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3566160"/>
            <a:ext cx="5303520" cy="2286000"/>
          </a:xfrm>
          <a:prstGeom prst="rect">
            <a:avLst>
              <a:gd name="adj" fmla="val 3200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411480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Alertmanager: :9093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Silence: Alerting → Silences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Active: Alerting → Alert rules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History: Alerting → Alert history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rule groups configured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Response Playbook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Monitoring Manual | Prometheus + Grafana | June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1005840"/>
          </a:xfrm>
          <a:prstGeom prst="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OllamaWorkerDown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1051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12 LLM models unavailable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Check pod: kubectl describe pod ollama-worker-xxx -n ai-platform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Check logs: kubectl logs deploy/ollama-worker -n ai-platform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Check node resources: kubectl top nodes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Restart if needed: kubectl rollout restart deploy/ollama-worker -n ai-platform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1247120" cy="1005840"/>
          </a:xfrm>
          <a:prstGeom prst="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IngressControllerDown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external traffic blocked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4688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Check pod: kubectl get pods -n ingress-nginx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Check logs: kubectl logs deploy/ingress-nginx-controller -n ingress-nginx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Check NodePort: netstat -tlnp | grep 32231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Restart: kubectl rollout restart deploy/ingress-nginx-controller -n ingress-nginx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11247120" cy="1005840"/>
          </a:xfrm>
          <a:prstGeom prst="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DifyAPIDown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3246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 platform unavailable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5661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Check pods: kubectl get pods -n dify | grep dify-api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Check DB: kubectl get pods -n dify-plus | grep db-postgres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Check logs: kubectl logs deploy/dify-api -n dify --tail=100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Check config: kubectl describe deploy/dify-api -n dify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11247120" cy="1005840"/>
          </a:xfrm>
          <a:prstGeom prst="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PVCUsageCritical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4343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of data loss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663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Check PVC: kubectl get pvc -A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Check disk: df -h on nodes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Clean up: Remove unused data/images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Expand PVC if supported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5394960"/>
            <a:ext cx="11247120" cy="1005840"/>
          </a:xfrm>
          <a:prstGeom prst="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440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CPUThrottlingHigh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74720" y="5440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5440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degradation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57607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Check top pods: kubectl top pods -A --sort-by=cpu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Review resource limits: kubectl describe deploy/xxx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Increase CPU limits or scale pods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Check node capacity: kubectl top nodes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Coverage Matrix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Monitoring Manual | Prometheus + Grafana | June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ServiceMonitor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PrometheusRule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Dashboard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ollama-master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ai-platform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LLM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ollama-worker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ai-platform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LLM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057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0" y="2057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2057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0" y="2057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01200" y="2057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LLM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2057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open-webui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ai-platform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60120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LLM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ai-platform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6012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300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dify-api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432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6012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Dify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300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dify-web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4320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1520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60120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Dify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43000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dify-worker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74320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02920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31520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60120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Dify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43000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5720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dify-plugin-daemon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74320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02920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31520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60120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Dify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43000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5720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smtp-debug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74320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02920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31520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960120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Dify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143000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57200" y="4617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db-postgres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743200" y="4617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dify-plus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029200" y="4617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315200" y="4617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9601200" y="4617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Dify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1430000" y="4617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7200" y="4937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743200" y="4937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dify-plus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029200" y="4937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7315200" y="4937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9601200" y="4937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Dify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1430000" y="4937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57200" y="5257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weaviate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2743200" y="5257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dify-plus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5029200" y="5257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7315200" y="5257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9601200" y="5257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Dify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11430000" y="5257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457200" y="5577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ingress-nginx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2743200" y="5577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ingress-nginx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5029200" y="5577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7315200" y="5577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9601200" y="5577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Infra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11430000" y="5577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457200" y="5897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rancher-agent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2743200" y="5897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cattle-system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5029200" y="5897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7315200" y="5897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9601200" y="5897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Infra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11430000" y="5897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457200" y="6217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local-path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2743200" y="6217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local-path-storage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5029200" y="6217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7315200" y="6217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9601200" y="6217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Infra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11430000" y="6217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Quick Reference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Monitoring Manual | Prometheus + Grafana | June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303520" cy="2286000"/>
          </a:xfrm>
          <a:prstGeom prst="rect">
            <a:avLst>
              <a:gd name="adj" fmla="val 32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Stack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Prometheus: Metrics collection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Grafana: Visualization (4 dashboards)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Alertmanager: Alert routing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39 ServiceMonitors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40 PrometheusRules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70+ Dashboard panels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005840"/>
            <a:ext cx="5303520" cy="2286000"/>
          </a:xfrm>
          <a:prstGeom prst="rect">
            <a:avLst>
              <a:gd name="adj" fmla="val 3200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Links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155448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Grafana: http://10.167.2.175:30082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Prometheus: http://10.167.2.175:9090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Alertmanager: http://10.167.2.175:9093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Rancher: https://10.167.2.175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Credentials: admin / prom-operator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11247120" cy="2560320"/>
          </a:xfrm>
          <a:prstGeom prst="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Quick Reference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Services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llm-services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+ Litellm + Open-WebUI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panels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 Platform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dify-platform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 Core + Database + Redis + Weaviate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panels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5074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5074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5074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+ Nodes + Storage + Rancher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0" y="5074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panels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5532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IDE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5532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codeserver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5532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Status + Performance + Health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0" y="5532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panels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2026-06-14T08:10:59Z</dcterms:created>
  <dcterms:modified xsi:type="dcterms:W3CDTF">2026-06-14T08:10:59Z</dcterms:modified>
</cp:coreProperties>
</file>